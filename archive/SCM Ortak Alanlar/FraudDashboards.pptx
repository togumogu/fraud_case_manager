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76" r:id="rId5"/>
    <p:sldId id="261" r:id="rId6"/>
    <p:sldId id="280" r:id="rId7"/>
    <p:sldId id="297" r:id="rId8"/>
    <p:sldId id="299" r:id="rId9"/>
    <p:sldId id="300" r:id="rId10"/>
    <p:sldId id="301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0470D7-5643-D3F5-8CEF-C8B69DC383B3}" name="Seda Tekin" initials="ST" userId="S::seda.tekin@sadeyazilim.com::6adbef93-ed26-4dfa-a909-e43c427ef33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14A"/>
    <a:srgbClr val="EDE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9267F4-1142-4A56-AE45-50B4E2776948}" v="1" dt="2025-12-12T10:46:33.0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Orta Stil 1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bru Maytalman" userId="ec0866be-394e-431e-9246-f42e699649f2" providerId="ADAL" clId="{7214327B-3664-47F2-A3B4-312CFB9EA1E9}"/>
    <pc:docChg chg="undo custSel addSld modSld">
      <pc:chgData name="Ebru Maytalman" userId="ec0866be-394e-431e-9246-f42e699649f2" providerId="ADAL" clId="{7214327B-3664-47F2-A3B4-312CFB9EA1E9}" dt="2025-12-12T10:47:24.957" v="1222" actId="255"/>
      <pc:docMkLst>
        <pc:docMk/>
      </pc:docMkLst>
      <pc:sldChg chg="addSp delSp modSp mod">
        <pc:chgData name="Ebru Maytalman" userId="ec0866be-394e-431e-9246-f42e699649f2" providerId="ADAL" clId="{7214327B-3664-47F2-A3B4-312CFB9EA1E9}" dt="2025-12-10T14:14:13.572" v="1104" actId="1076"/>
        <pc:sldMkLst>
          <pc:docMk/>
          <pc:sldMk cId="1353506416" sldId="261"/>
        </pc:sldMkLst>
        <pc:spChg chg="add mod">
          <ac:chgData name="Ebru Maytalman" userId="ec0866be-394e-431e-9246-f42e699649f2" providerId="ADAL" clId="{7214327B-3664-47F2-A3B4-312CFB9EA1E9}" dt="2025-12-10T14:14:10.174" v="1103" actId="207"/>
          <ac:spMkLst>
            <pc:docMk/>
            <pc:sldMk cId="1353506416" sldId="261"/>
            <ac:spMk id="2" creationId="{79C65237-A03F-89EF-D1C3-671ADC96AD2A}"/>
          </ac:spMkLst>
        </pc:spChg>
        <pc:spChg chg="add mod">
          <ac:chgData name="Ebru Maytalman" userId="ec0866be-394e-431e-9246-f42e699649f2" providerId="ADAL" clId="{7214327B-3664-47F2-A3B4-312CFB9EA1E9}" dt="2025-12-10T12:51:58.402" v="562" actId="5793"/>
          <ac:spMkLst>
            <pc:docMk/>
            <pc:sldMk cId="1353506416" sldId="261"/>
            <ac:spMk id="3" creationId="{FB9BC103-7569-E7B2-B252-09172DD5E682}"/>
          </ac:spMkLst>
        </pc:spChg>
        <pc:spChg chg="mod">
          <ac:chgData name="Ebru Maytalman" userId="ec0866be-394e-431e-9246-f42e699649f2" providerId="ADAL" clId="{7214327B-3664-47F2-A3B4-312CFB9EA1E9}" dt="2025-12-09T13:38:45.886" v="139" actId="20577"/>
          <ac:spMkLst>
            <pc:docMk/>
            <pc:sldMk cId="1353506416" sldId="261"/>
            <ac:spMk id="15" creationId="{752987CB-17AC-2DBD-62AA-5F0CDF789045}"/>
          </ac:spMkLst>
        </pc:spChg>
        <pc:picChg chg="add mod">
          <ac:chgData name="Ebru Maytalman" userId="ec0866be-394e-431e-9246-f42e699649f2" providerId="ADAL" clId="{7214327B-3664-47F2-A3B4-312CFB9EA1E9}" dt="2025-12-10T14:14:13.572" v="1104" actId="1076"/>
          <ac:picMkLst>
            <pc:docMk/>
            <pc:sldMk cId="1353506416" sldId="261"/>
            <ac:picMk id="5" creationId="{BD9FDDDC-A1B8-09D0-EC80-B1D48D4306C0}"/>
          </ac:picMkLst>
        </pc:picChg>
      </pc:sldChg>
      <pc:sldChg chg="addSp delSp modSp mod">
        <pc:chgData name="Ebru Maytalman" userId="ec0866be-394e-431e-9246-f42e699649f2" providerId="ADAL" clId="{7214327B-3664-47F2-A3B4-312CFB9EA1E9}" dt="2025-12-12T10:47:24.957" v="1222" actId="255"/>
        <pc:sldMkLst>
          <pc:docMk/>
          <pc:sldMk cId="3330194974" sldId="276"/>
        </pc:sldMkLst>
        <pc:spChg chg="add mod">
          <ac:chgData name="Ebru Maytalman" userId="ec0866be-394e-431e-9246-f42e699649f2" providerId="ADAL" clId="{7214327B-3664-47F2-A3B4-312CFB9EA1E9}" dt="2025-12-10T15:15:05.090" v="1196" actId="207"/>
          <ac:spMkLst>
            <pc:docMk/>
            <pc:sldMk cId="3330194974" sldId="276"/>
            <ac:spMk id="2" creationId="{BC19AEBE-887F-6E26-CDC6-00A0D7DBE833}"/>
          </ac:spMkLst>
        </pc:spChg>
        <pc:spChg chg="mod">
          <ac:chgData name="Ebru Maytalman" userId="ec0866be-394e-431e-9246-f42e699649f2" providerId="ADAL" clId="{7214327B-3664-47F2-A3B4-312CFB9EA1E9}" dt="2025-12-12T10:47:24.957" v="1222" actId="255"/>
          <ac:spMkLst>
            <pc:docMk/>
            <pc:sldMk cId="3330194974" sldId="276"/>
            <ac:spMk id="3" creationId="{9DF33183-C22B-7EA8-F06B-A85DCD23EDEC}"/>
          </ac:spMkLst>
        </pc:spChg>
        <pc:spChg chg="add mod">
          <ac:chgData name="Ebru Maytalman" userId="ec0866be-394e-431e-9246-f42e699649f2" providerId="ADAL" clId="{7214327B-3664-47F2-A3B4-312CFB9EA1E9}" dt="2025-12-10T15:14:50.105" v="1195" actId="1076"/>
          <ac:spMkLst>
            <pc:docMk/>
            <pc:sldMk cId="3330194974" sldId="276"/>
            <ac:spMk id="7" creationId="{48EBAF89-8B1E-992A-1E5E-908C928E5F43}"/>
          </ac:spMkLst>
        </pc:spChg>
      </pc:sldChg>
      <pc:sldChg chg="addSp delSp modSp mod">
        <pc:chgData name="Ebru Maytalman" userId="ec0866be-394e-431e-9246-f42e699649f2" providerId="ADAL" clId="{7214327B-3664-47F2-A3B4-312CFB9EA1E9}" dt="2025-12-10T14:15:41.038" v="1116" actId="1076"/>
        <pc:sldMkLst>
          <pc:docMk/>
          <pc:sldMk cId="3933917197" sldId="280"/>
        </pc:sldMkLst>
        <pc:spChg chg="add mod">
          <ac:chgData name="Ebru Maytalman" userId="ec0866be-394e-431e-9246-f42e699649f2" providerId="ADAL" clId="{7214327B-3664-47F2-A3B4-312CFB9EA1E9}" dt="2025-12-10T12:56:33.965" v="572" actId="20577"/>
          <ac:spMkLst>
            <pc:docMk/>
            <pc:sldMk cId="3933917197" sldId="280"/>
            <ac:spMk id="2" creationId="{C35D38CB-CB41-0D4F-844B-1326307BFBEA}"/>
          </ac:spMkLst>
        </pc:spChg>
        <pc:spChg chg="add mod">
          <ac:chgData name="Ebru Maytalman" userId="ec0866be-394e-431e-9246-f42e699649f2" providerId="ADAL" clId="{7214327B-3664-47F2-A3B4-312CFB9EA1E9}" dt="2025-12-10T14:14:26.981" v="1106" actId="1076"/>
          <ac:spMkLst>
            <pc:docMk/>
            <pc:sldMk cId="3933917197" sldId="280"/>
            <ac:spMk id="3" creationId="{68A53D10-657A-FEDE-18F2-1FF279AD8244}"/>
          </ac:spMkLst>
        </pc:spChg>
        <pc:spChg chg="add mod">
          <ac:chgData name="Ebru Maytalman" userId="ec0866be-394e-431e-9246-f42e699649f2" providerId="ADAL" clId="{7214327B-3664-47F2-A3B4-312CFB9EA1E9}" dt="2025-12-10T13:09:13.022" v="578" actId="12"/>
          <ac:spMkLst>
            <pc:docMk/>
            <pc:sldMk cId="3933917197" sldId="280"/>
            <ac:spMk id="4" creationId="{3D4E8D6B-63D4-9BEE-C3BC-C78F90395843}"/>
          </ac:spMkLst>
        </pc:spChg>
        <pc:picChg chg="add mod">
          <ac:chgData name="Ebru Maytalman" userId="ec0866be-394e-431e-9246-f42e699649f2" providerId="ADAL" clId="{7214327B-3664-47F2-A3B4-312CFB9EA1E9}" dt="2025-12-10T14:15:41.038" v="1116" actId="1076"/>
          <ac:picMkLst>
            <pc:docMk/>
            <pc:sldMk cId="3933917197" sldId="280"/>
            <ac:picMk id="7" creationId="{6FB10BCC-ACD6-B578-8721-3D2C3647A567}"/>
          </ac:picMkLst>
        </pc:picChg>
      </pc:sldChg>
      <pc:sldChg chg="addSp delSp modSp mod">
        <pc:chgData name="Ebru Maytalman" userId="ec0866be-394e-431e-9246-f42e699649f2" providerId="ADAL" clId="{7214327B-3664-47F2-A3B4-312CFB9EA1E9}" dt="2025-12-10T14:15:31.686" v="1114" actId="1076"/>
        <pc:sldMkLst>
          <pc:docMk/>
          <pc:sldMk cId="3341574010" sldId="297"/>
        </pc:sldMkLst>
        <pc:spChg chg="add mod">
          <ac:chgData name="Ebru Maytalman" userId="ec0866be-394e-431e-9246-f42e699649f2" providerId="ADAL" clId="{7214327B-3664-47F2-A3B4-312CFB9EA1E9}" dt="2025-12-10T14:14:38.962" v="1108" actId="207"/>
          <ac:spMkLst>
            <pc:docMk/>
            <pc:sldMk cId="3341574010" sldId="297"/>
            <ac:spMk id="2" creationId="{876975A5-BC03-42D3-97AF-E0998B651149}"/>
          </ac:spMkLst>
        </pc:spChg>
        <pc:spChg chg="add mod">
          <ac:chgData name="Ebru Maytalman" userId="ec0866be-394e-431e-9246-f42e699649f2" providerId="ADAL" clId="{7214327B-3664-47F2-A3B4-312CFB9EA1E9}" dt="2025-12-10T13:17:30.081" v="619" actId="20577"/>
          <ac:spMkLst>
            <pc:docMk/>
            <pc:sldMk cId="3341574010" sldId="297"/>
            <ac:spMk id="4" creationId="{B672DE91-9D0A-FD1A-98CA-526E68969594}"/>
          </ac:spMkLst>
        </pc:spChg>
        <pc:spChg chg="add mod">
          <ac:chgData name="Ebru Maytalman" userId="ec0866be-394e-431e-9246-f42e699649f2" providerId="ADAL" clId="{7214327B-3664-47F2-A3B4-312CFB9EA1E9}" dt="2025-12-10T13:17:22.565" v="617" actId="1076"/>
          <ac:spMkLst>
            <pc:docMk/>
            <pc:sldMk cId="3341574010" sldId="297"/>
            <ac:spMk id="8" creationId="{6FA63F22-23AD-88B0-DA5F-F7F89CCE2F65}"/>
          </ac:spMkLst>
        </pc:spChg>
        <pc:picChg chg="add mod">
          <ac:chgData name="Ebru Maytalman" userId="ec0866be-394e-431e-9246-f42e699649f2" providerId="ADAL" clId="{7214327B-3664-47F2-A3B4-312CFB9EA1E9}" dt="2025-12-10T14:15:31.686" v="1114" actId="1076"/>
          <ac:picMkLst>
            <pc:docMk/>
            <pc:sldMk cId="3341574010" sldId="297"/>
            <ac:picMk id="5" creationId="{B08B7D6D-6D5A-DCF5-1F2C-4DF6CEADFB9F}"/>
          </ac:picMkLst>
        </pc:picChg>
      </pc:sldChg>
      <pc:sldChg chg="addSp delSp modSp mod">
        <pc:chgData name="Ebru Maytalman" userId="ec0866be-394e-431e-9246-f42e699649f2" providerId="ADAL" clId="{7214327B-3664-47F2-A3B4-312CFB9EA1E9}" dt="2025-12-10T14:15:21.886" v="1113" actId="1076"/>
        <pc:sldMkLst>
          <pc:docMk/>
          <pc:sldMk cId="1770561718" sldId="299"/>
        </pc:sldMkLst>
        <pc:spChg chg="add mod">
          <ac:chgData name="Ebru Maytalman" userId="ec0866be-394e-431e-9246-f42e699649f2" providerId="ADAL" clId="{7214327B-3664-47F2-A3B4-312CFB9EA1E9}" dt="2025-12-10T13:27:39.112" v="946" actId="21"/>
          <ac:spMkLst>
            <pc:docMk/>
            <pc:sldMk cId="1770561718" sldId="299"/>
            <ac:spMk id="2" creationId="{223548AA-4071-09DE-8775-854C0EA55E4C}"/>
          </ac:spMkLst>
        </pc:spChg>
        <pc:spChg chg="add mod">
          <ac:chgData name="Ebru Maytalman" userId="ec0866be-394e-431e-9246-f42e699649f2" providerId="ADAL" clId="{7214327B-3664-47F2-A3B4-312CFB9EA1E9}" dt="2025-12-10T14:14:49.102" v="1110" actId="207"/>
          <ac:spMkLst>
            <pc:docMk/>
            <pc:sldMk cId="1770561718" sldId="299"/>
            <ac:spMk id="3" creationId="{9FA98027-640F-2649-44CD-1FEAE3C4B626}"/>
          </ac:spMkLst>
        </pc:spChg>
        <pc:spChg chg="add mod">
          <ac:chgData name="Ebru Maytalman" userId="ec0866be-394e-431e-9246-f42e699649f2" providerId="ADAL" clId="{7214327B-3664-47F2-A3B4-312CFB9EA1E9}" dt="2025-12-10T13:28:17.016" v="958" actId="12"/>
          <ac:spMkLst>
            <pc:docMk/>
            <pc:sldMk cId="1770561718" sldId="299"/>
            <ac:spMk id="10" creationId="{EF76ACAD-42D4-E78C-1000-30CA44A7FC32}"/>
          </ac:spMkLst>
        </pc:spChg>
        <pc:picChg chg="add mod">
          <ac:chgData name="Ebru Maytalman" userId="ec0866be-394e-431e-9246-f42e699649f2" providerId="ADAL" clId="{7214327B-3664-47F2-A3B4-312CFB9EA1E9}" dt="2025-12-10T14:15:21.886" v="1113" actId="1076"/>
          <ac:picMkLst>
            <pc:docMk/>
            <pc:sldMk cId="1770561718" sldId="299"/>
            <ac:picMk id="6" creationId="{45DACD52-68C9-C839-BBF4-ED3FF17F8DB8}"/>
          </ac:picMkLst>
        </pc:picChg>
      </pc:sldChg>
      <pc:sldChg chg="addSp delSp modSp add mod">
        <pc:chgData name="Ebru Maytalman" userId="ec0866be-394e-431e-9246-f42e699649f2" providerId="ADAL" clId="{7214327B-3664-47F2-A3B4-312CFB9EA1E9}" dt="2025-12-10T14:15:02.227" v="1112" actId="207"/>
        <pc:sldMkLst>
          <pc:docMk/>
          <pc:sldMk cId="753161742" sldId="300"/>
        </pc:sldMkLst>
        <pc:spChg chg="add mod">
          <ac:chgData name="Ebru Maytalman" userId="ec0866be-394e-431e-9246-f42e699649f2" providerId="ADAL" clId="{7214327B-3664-47F2-A3B4-312CFB9EA1E9}" dt="2025-12-10T13:26:36.336" v="945" actId="20577"/>
          <ac:spMkLst>
            <pc:docMk/>
            <pc:sldMk cId="753161742" sldId="300"/>
            <ac:spMk id="2" creationId="{7C339176-6215-B0A4-EC4D-1EED006178E3}"/>
          </ac:spMkLst>
        </pc:spChg>
        <pc:spChg chg="mod">
          <ac:chgData name="Ebru Maytalman" userId="ec0866be-394e-431e-9246-f42e699649f2" providerId="ADAL" clId="{7214327B-3664-47F2-A3B4-312CFB9EA1E9}" dt="2025-12-10T14:15:02.227" v="1112" actId="207"/>
          <ac:spMkLst>
            <pc:docMk/>
            <pc:sldMk cId="753161742" sldId="300"/>
            <ac:spMk id="3" creationId="{0067FFBD-8FA5-66C7-E5AE-2ADDAD20F51D}"/>
          </ac:spMkLst>
        </pc:spChg>
        <pc:picChg chg="add mod">
          <ac:chgData name="Ebru Maytalman" userId="ec0866be-394e-431e-9246-f42e699649f2" providerId="ADAL" clId="{7214327B-3664-47F2-A3B4-312CFB9EA1E9}" dt="2025-12-10T07:14:16.652" v="447" actId="14100"/>
          <ac:picMkLst>
            <pc:docMk/>
            <pc:sldMk cId="753161742" sldId="300"/>
            <ac:picMk id="4" creationId="{0506C1A1-AB9D-DD5B-B421-8FDF3AA52D8B}"/>
          </ac:picMkLst>
        </pc:picChg>
        <pc:picChg chg="add mod">
          <ac:chgData name="Ebru Maytalman" userId="ec0866be-394e-431e-9246-f42e699649f2" providerId="ADAL" clId="{7214327B-3664-47F2-A3B4-312CFB9EA1E9}" dt="2025-12-10T13:44:48.152" v="970" actId="14100"/>
          <ac:picMkLst>
            <pc:docMk/>
            <pc:sldMk cId="753161742" sldId="300"/>
            <ac:picMk id="7" creationId="{885B4557-D39E-D5A6-CDF2-05E6F0E07524}"/>
          </ac:picMkLst>
        </pc:picChg>
      </pc:sldChg>
      <pc:sldChg chg="addSp delSp modSp add mod">
        <pc:chgData name="Ebru Maytalman" userId="ec0866be-394e-431e-9246-f42e699649f2" providerId="ADAL" clId="{7214327B-3664-47F2-A3B4-312CFB9EA1E9}" dt="2025-12-10T14:22:00.116" v="1194" actId="20577"/>
        <pc:sldMkLst>
          <pc:docMk/>
          <pc:sldMk cId="2038458960" sldId="301"/>
        </pc:sldMkLst>
        <pc:spChg chg="mod">
          <ac:chgData name="Ebru Maytalman" userId="ec0866be-394e-431e-9246-f42e699649f2" providerId="ADAL" clId="{7214327B-3664-47F2-A3B4-312CFB9EA1E9}" dt="2025-12-10T14:22:00.116" v="1194" actId="20577"/>
          <ac:spMkLst>
            <pc:docMk/>
            <pc:sldMk cId="2038458960" sldId="301"/>
            <ac:spMk id="2" creationId="{9FB711E2-B4BA-061B-151F-2598B338E084}"/>
          </ac:spMkLst>
        </pc:spChg>
        <pc:spChg chg="add mod">
          <ac:chgData name="Ebru Maytalman" userId="ec0866be-394e-431e-9246-f42e699649f2" providerId="ADAL" clId="{7214327B-3664-47F2-A3B4-312CFB9EA1E9}" dt="2025-12-10T14:11:49.070" v="1017" actId="113"/>
          <ac:spMkLst>
            <pc:docMk/>
            <pc:sldMk cId="2038458960" sldId="301"/>
            <ac:spMk id="5" creationId="{5E5EE104-84C2-AE32-4848-2CCFCA3152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38110-2138-4296-9EB2-E0CB1232D1A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3F84D-BF83-43F4-A3F1-3A32AD3D4C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8008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3F84D-BF83-43F4-A3F1-3A32AD3D4CD1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6544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705C-51A6-1D78-10AD-E571D89A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27FB5057-ACDA-639A-782A-838530D43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11EAFF4D-26F5-D748-8624-833A9F979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8C602C3-0F3D-EF5E-A036-274955A4C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3F84D-BF83-43F4-A3F1-3A32AD3D4CD1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3221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090989-D082-8DF7-1F4D-32EB4408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B11AFEC-1FE5-875A-40DB-87B11E7A0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FE94F35-4E02-0ABE-6DB7-EE0B918CD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F84F157-E4CC-F02A-3716-C988BBBF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9D760DA-18EF-7975-B300-9493EAB6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49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3A504F-2EDA-643C-8DBE-802D139D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7E8A2F7-E2DD-68F2-123D-EA410407F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4624EC-DDD6-88CB-CFD0-25CC92426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EF59B82-F340-0F60-D07B-6CF5D115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30B69A3-B981-12AF-DF58-74445525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435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B7B5C4-AF52-4E42-1144-B468E27BF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985AC84-4B02-7B00-DD8F-B88DEF24E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EE2542B-D40E-729A-FEBC-7BF75ED5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22D897-08FE-CBB3-B291-47347E9F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A98C04F-1153-9E1F-3EC0-CC41BFDD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94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7C1397-C845-6C4F-EB6A-BEE4FDBE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8EFC52-C70B-67E1-E276-E3FC2F5EA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90A4C42-940B-DEE4-C127-98154946A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34B214E-F465-50B4-7EB0-D6EFE3DE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B9E3EF5-5423-98F2-F025-16F152FA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AC06FE-FB8C-2F69-F26B-7EB12399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666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0800CF-3E29-188D-BF04-4DC7873F8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6FEC6E5-3E28-F1CA-7047-2744C7345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9658660-06B4-90E8-6C91-27A639A9A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DD97A0B-01AF-2C20-19DD-4EB228190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CBA3D16-77E2-662B-1441-9E74CD98E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9857F65-5858-8844-7C6B-917EC344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B28FB28-CCE7-8494-29FC-5C66D338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B7EA9F6-C92E-9853-4C80-87FC2610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768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797BAD-2016-9F09-96D7-FA325380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3826D5F-25ED-6627-9B72-1268BCDED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1CD945A-62E2-7C72-BFB8-8D555BA9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E9ED5C4-3D54-7DEB-9770-C0DE4247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665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47CC887-2E47-734C-7FA5-ABDC597C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1804F1E-8F86-D47C-3547-E694B18F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2714B2C-3277-11C1-26D8-2B314C13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001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24849C6-6492-23E3-3F64-264E192E7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B391663-EB28-B70A-B465-A1710FA25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B7B4C9D-B8FD-78C5-7956-D1FEC6245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45E0E75-3866-D0C4-6B28-F2CFA7275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C8F7428-2BA8-5748-8D73-9325C287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ACC24A7-4FCA-FEE1-72FA-082D2748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271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A378A6-B156-7753-891F-46A258E51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6829B76-A049-1682-A75D-2A1B4E977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B6A4C5D-1712-AA51-955F-CC855CB8A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0B85687-BF50-E868-9C04-09F81FAE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DF12365-BA8A-8DB6-D35D-B23808B1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BE8BC25-9442-F209-EF77-C957DF23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3899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CE7ACD-6BBF-95B2-FCC6-73C85B79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DB72C21-6B43-BA60-FC8E-00697C762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8A4ABF-AE92-E5C6-684B-79D00868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20A58AF-9079-7353-E409-6E1D74CA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AC6D24A-D140-2EE2-93D3-01EDCC88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13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58A37CA-5EC1-C666-D610-A6304ECAA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50A9729-25E1-8EEA-DD45-0E6DFCA3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BDE1CFC-036E-F5A6-BEF9-20AA1494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0C20673-3F02-EABC-7C14-11FD3800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4B8B52A-AF31-144B-B6DA-45FC95A6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738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CBBCA29-8D11-F665-A850-3151E4CB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4E64288-3A43-1A72-E36D-084DC9D3F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FA275B1-660C-C7E0-EB32-DC8FDE2EF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B8B1D-4A1E-4722-88B4-0231B1053477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7319F41-7B1B-5965-287E-F023C44C8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22514BF-E065-07B8-7B7F-8B3EE613D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D3912-8030-4688-9AA9-3E3483FF45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84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1155-6850-CF0B-73E6-7AFBD613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ekran görüntüsü, grafik, uzay, boşluk, mekan, daire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73690B6-DEF6-D896-0746-FC744F1EA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9DF33183-C22B-7EA8-F06B-A85DCD23EDEC}"/>
              </a:ext>
            </a:extLst>
          </p:cNvPr>
          <p:cNvSpPr txBox="1"/>
          <p:nvPr/>
        </p:nvSpPr>
        <p:spPr>
          <a:xfrm>
            <a:off x="336489" y="6075686"/>
            <a:ext cx="625411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tr-TR" sz="1600" i="1" dirty="0">
                <a:solidFill>
                  <a:schemeClr val="bg2">
                    <a:lumMod val="75000"/>
                  </a:schemeClr>
                </a:solidFill>
              </a:rPr>
              <a:t>Ebru Maytalman </a:t>
            </a:r>
          </a:p>
          <a:p>
            <a:r>
              <a:rPr lang="tr-TR" sz="1600" i="1" dirty="0">
                <a:solidFill>
                  <a:schemeClr val="bg2">
                    <a:lumMod val="75000"/>
                  </a:schemeClr>
                </a:solidFill>
              </a:rPr>
              <a:t>11 Aralık 2025</a:t>
            </a:r>
          </a:p>
        </p:txBody>
      </p:sp>
      <p:pic>
        <p:nvPicPr>
          <p:cNvPr id="13" name="Resim 12" descr="yazı tipi, grafik, logo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0F52855-FDB7-8046-4635-F9E1A189FC9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353" y="6278818"/>
            <a:ext cx="775908" cy="484943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722D1F4A-4AAF-7224-7A24-B17428FBEB16}"/>
              </a:ext>
            </a:extLst>
          </p:cNvPr>
          <p:cNvSpPr txBox="1"/>
          <p:nvPr/>
        </p:nvSpPr>
        <p:spPr>
          <a:xfrm>
            <a:off x="1083942" y="2019112"/>
            <a:ext cx="5360671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tr-TR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BC19AEBE-887F-6E26-CDC6-00A0D7DBE833}"/>
              </a:ext>
            </a:extLst>
          </p:cNvPr>
          <p:cNvSpPr txBox="1"/>
          <p:nvPr/>
        </p:nvSpPr>
        <p:spPr>
          <a:xfrm>
            <a:off x="452285" y="4493345"/>
            <a:ext cx="4485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chemeClr val="bg2">
                    <a:lumMod val="75000"/>
                  </a:schemeClr>
                </a:solidFill>
              </a:rPr>
              <a:t>Application / </a:t>
            </a:r>
            <a:r>
              <a:rPr lang="tr-TR" dirty="0" err="1">
                <a:solidFill>
                  <a:schemeClr val="bg2">
                    <a:lumMod val="75000"/>
                  </a:schemeClr>
                </a:solidFill>
              </a:rPr>
              <a:t>Internal</a:t>
            </a:r>
            <a:r>
              <a:rPr lang="tr-TR" dirty="0">
                <a:solidFill>
                  <a:schemeClr val="bg2">
                    <a:lumMod val="75000"/>
                  </a:schemeClr>
                </a:solidFill>
              </a:rPr>
              <a:t> / </a:t>
            </a:r>
            <a:r>
              <a:rPr lang="tr-TR" dirty="0" err="1">
                <a:solidFill>
                  <a:schemeClr val="bg2">
                    <a:lumMod val="75000"/>
                  </a:schemeClr>
                </a:solidFill>
              </a:rPr>
              <a:t>Transactional</a:t>
            </a:r>
            <a:r>
              <a:rPr lang="tr-TR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tr-TR" dirty="0" err="1">
                <a:solidFill>
                  <a:schemeClr val="bg2">
                    <a:lumMod val="75000"/>
                  </a:schemeClr>
                </a:solidFill>
              </a:rPr>
              <a:t>Fraud</a:t>
            </a:r>
            <a:r>
              <a:rPr lang="tr-TR" dirty="0">
                <a:solidFill>
                  <a:schemeClr val="bg2">
                    <a:lumMod val="75000"/>
                  </a:schemeClr>
                </a:solidFill>
              </a:rPr>
              <a:t>  </a:t>
            </a:r>
          </a:p>
          <a:p>
            <a:r>
              <a:rPr lang="tr-TR" dirty="0">
                <a:solidFill>
                  <a:schemeClr val="bg2">
                    <a:lumMod val="75000"/>
                  </a:schemeClr>
                </a:solidFill>
              </a:rPr>
              <a:t>Ortak Raporlama Yapısı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8EBAF89-8B1E-992A-1E5E-908C928E5F43}"/>
              </a:ext>
            </a:extLst>
          </p:cNvPr>
          <p:cNvSpPr/>
          <p:nvPr/>
        </p:nvSpPr>
        <p:spPr>
          <a:xfrm>
            <a:off x="383459" y="2364655"/>
            <a:ext cx="620714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tr-TR" sz="5400" i="1" dirty="0" err="1">
                <a:ln w="0">
                  <a:solidFill>
                    <a:schemeClr val="bg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Fraud</a:t>
            </a:r>
            <a:r>
              <a:rPr lang="tr-TR" sz="5400" i="1" dirty="0">
                <a:ln w="0">
                  <a:solidFill>
                    <a:schemeClr val="bg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Projeleri  </a:t>
            </a:r>
          </a:p>
          <a:p>
            <a:r>
              <a:rPr lang="tr-TR" sz="5400" i="1" dirty="0">
                <a:ln w="0">
                  <a:solidFill>
                    <a:schemeClr val="bg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Raporlama Önerileri</a:t>
            </a:r>
            <a:endParaRPr lang="tr-TR" sz="5400" dirty="0">
              <a:ln w="0">
                <a:solidFill>
                  <a:schemeClr val="bg1"/>
                </a:solidFill>
              </a:ln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3019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 17">
            <a:extLst>
              <a:ext uri="{FF2B5EF4-FFF2-40B4-BE49-F238E27FC236}">
                <a16:creationId xmlns:a16="http://schemas.microsoft.com/office/drawing/2014/main" id="{FEF73B22-295E-C12C-B6BC-37304398EE0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Dikdörtgen 14">
              <a:extLst>
                <a:ext uri="{FF2B5EF4-FFF2-40B4-BE49-F238E27FC236}">
                  <a16:creationId xmlns:a16="http://schemas.microsoft.com/office/drawing/2014/main" id="{752987CB-17AC-2DBD-62AA-5F0CDF7890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tr-TR" dirty="0"/>
            </a:p>
          </p:txBody>
        </p:sp>
        <p:sp>
          <p:nvSpPr>
            <p:cNvPr id="16" name="Dikdörtgen 15">
              <a:extLst>
                <a:ext uri="{FF2B5EF4-FFF2-40B4-BE49-F238E27FC236}">
                  <a16:creationId xmlns:a16="http://schemas.microsoft.com/office/drawing/2014/main" id="{1FB0F0DF-C248-8CF1-A101-B60A3325A8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sz="800" i="1" dirty="0"/>
                <a:t>Bu dokümandaki tüm bilgiler gizli olup, tüm hakları Sade Yazılım ve Danışmanlık’a aittir. İzinsiz kopyalanamaz, paylaşılamaz ve üçüncü kişilerle paylaşılamaz</a:t>
              </a:r>
            </a:p>
          </p:txBody>
        </p:sp>
        <p:pic>
          <p:nvPicPr>
            <p:cNvPr id="17" name="Resim 1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B6553D5E-A17E-076D-AA52-FA223DD0ACD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2" name="Metin kutusu 1">
            <a:extLst>
              <a:ext uri="{FF2B5EF4-FFF2-40B4-BE49-F238E27FC236}">
                <a16:creationId xmlns:a16="http://schemas.microsoft.com/office/drawing/2014/main" id="{79C65237-A03F-89EF-D1C3-671ADC96AD2A}"/>
              </a:ext>
            </a:extLst>
          </p:cNvPr>
          <p:cNvSpPr txBox="1"/>
          <p:nvPr/>
        </p:nvSpPr>
        <p:spPr>
          <a:xfrm>
            <a:off x="138905" y="205227"/>
            <a:ext cx="361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/>
                </a:solidFill>
              </a:rPr>
              <a:t>1- Alarm Aksiyon Adetleri Raporu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D9FDDDC-A1B8-09D0-EC80-B1D48D4306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7" y="988764"/>
            <a:ext cx="6823587" cy="4720372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B9BC103-7569-E7B2-B252-09172DD5E682}"/>
              </a:ext>
            </a:extLst>
          </p:cNvPr>
          <p:cNvSpPr txBox="1"/>
          <p:nvPr/>
        </p:nvSpPr>
        <p:spPr>
          <a:xfrm>
            <a:off x="7236543" y="1504335"/>
            <a:ext cx="54748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/>
              <a:t>Amaç:</a:t>
            </a:r>
          </a:p>
          <a:p>
            <a:r>
              <a:rPr lang="tr-TR" sz="1600" dirty="0" err="1"/>
              <a:t>Fraud</a:t>
            </a:r>
            <a:r>
              <a:rPr lang="tr-TR" sz="1600" dirty="0"/>
              <a:t> sisteminde üretilen tüm alarmların </a:t>
            </a:r>
          </a:p>
          <a:p>
            <a:r>
              <a:rPr lang="tr-TR" sz="1600" dirty="0"/>
              <a:t>operasyonel süreç içerisindeki akıbetlerini </a:t>
            </a:r>
          </a:p>
          <a:p>
            <a:r>
              <a:rPr lang="tr-TR" sz="1600" dirty="0"/>
              <a:t>görmek.</a:t>
            </a:r>
          </a:p>
          <a:p>
            <a:endParaRPr lang="tr-TR" sz="1600" dirty="0"/>
          </a:p>
          <a:p>
            <a:r>
              <a:rPr lang="tr-TR" sz="1600" b="1" dirty="0"/>
              <a:t>Ne sağlar?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Günlük/haftalık/aylık alarm adetlerini izleme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Sahte Başvuru, Şüpheli, Ret, İptal gibi </a:t>
            </a:r>
          </a:p>
          <a:p>
            <a:r>
              <a:rPr lang="tr-TR" sz="1600" dirty="0"/>
              <a:t>aksiyon türlerinin dağılımı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Alarm yükünün zaman içindeki trendi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Operasyon ekibinin iş yoğunluğu ve iş hacmi ölçümü</a:t>
            </a:r>
          </a:p>
          <a:p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35350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126E3-E9AE-7E28-BB31-FC893D821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97798992-A03C-025F-CF2C-41894D2E18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18545"/>
          </a:xfrm>
          <a:prstGeom prst="rect">
            <a:avLst/>
          </a:prstGeom>
          <a:solidFill>
            <a:srgbClr val="02214A"/>
          </a:solidFill>
          <a:ln>
            <a:solidFill>
              <a:srgbClr val="022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378DFB52-9419-81B1-3C9C-63E08555BA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54289"/>
            <a:ext cx="12192000" cy="503711"/>
          </a:xfrm>
          <a:prstGeom prst="rect">
            <a:avLst/>
          </a:prstGeom>
          <a:solidFill>
            <a:srgbClr val="02214A"/>
          </a:solidFill>
          <a:ln>
            <a:solidFill>
              <a:srgbClr val="022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800" i="1" dirty="0"/>
              <a:t>Bu dokümandaki tüm bilgiler gizli olup, tüm hakları Sade Yazılım ve Danışmanlık’a aittir. İzinsiz kopyalanamaz, paylaşılamaz ve üçüncü kişilerle paylaşılamaz</a:t>
            </a:r>
          </a:p>
        </p:txBody>
      </p:sp>
      <p:pic>
        <p:nvPicPr>
          <p:cNvPr id="13" name="Resim 12" descr="yazı tipi, grafik, logo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F71EAFF6-77DF-BCAB-DDFC-05039D7DEFF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785" y="6354289"/>
            <a:ext cx="804670" cy="502919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68A53D10-657A-FEDE-18F2-1FF279AD8244}"/>
              </a:ext>
            </a:extLst>
          </p:cNvPr>
          <p:cNvSpPr txBox="1"/>
          <p:nvPr/>
        </p:nvSpPr>
        <p:spPr>
          <a:xfrm>
            <a:off x="134386" y="194292"/>
            <a:ext cx="3068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/>
                </a:solidFill>
              </a:rPr>
              <a:t>2- Kanal Bazlı Alarm Raporu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FB10BCC-ACD6-B578-8721-3D2C3647A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28" y="971539"/>
            <a:ext cx="11021399" cy="3845888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C35D38CB-CB41-0D4F-844B-1326307BFBEA}"/>
              </a:ext>
            </a:extLst>
          </p:cNvPr>
          <p:cNvSpPr txBox="1"/>
          <p:nvPr/>
        </p:nvSpPr>
        <p:spPr>
          <a:xfrm>
            <a:off x="134386" y="5011827"/>
            <a:ext cx="37419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b="1" dirty="0"/>
              <a:t>Amaç:</a:t>
            </a:r>
            <a:br>
              <a:rPr lang="tr-TR" sz="1600" dirty="0"/>
            </a:br>
            <a:r>
              <a:rPr lang="tr-TR" sz="1600" dirty="0" err="1"/>
              <a:t>Fraud</a:t>
            </a:r>
            <a:r>
              <a:rPr lang="tr-TR" sz="1600" dirty="0"/>
              <a:t> alarm üretiminin hangi kanallarda </a:t>
            </a:r>
          </a:p>
          <a:p>
            <a:r>
              <a:rPr lang="tr-TR" sz="1600" dirty="0"/>
              <a:t>yoğunlaştığını analiz etmek.</a:t>
            </a:r>
          </a:p>
          <a:p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D4E8D6B-63D4-9BEE-C3BC-C78F90395843}"/>
              </a:ext>
            </a:extLst>
          </p:cNvPr>
          <p:cNvSpPr txBox="1"/>
          <p:nvPr/>
        </p:nvSpPr>
        <p:spPr>
          <a:xfrm>
            <a:off x="5014451" y="4934660"/>
            <a:ext cx="437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b="1" dirty="0"/>
              <a:t>Ne sağlar?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Kanal bazlı risk seviyelerini görme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Mobil / İnternet / Şube / ATM / POS / API / IVR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Kanal bazlı alarm trendleri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Riskli kanalların tespiti</a:t>
            </a:r>
          </a:p>
        </p:txBody>
      </p:sp>
    </p:spTree>
    <p:extLst>
      <p:ext uri="{BB962C8B-B14F-4D97-AF65-F5344CB8AC3E}">
        <p14:creationId xmlns:p14="http://schemas.microsoft.com/office/powerpoint/2010/main" val="393391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C606A-64D0-9987-2C38-9FD691992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 8">
            <a:extLst>
              <a:ext uri="{FF2B5EF4-FFF2-40B4-BE49-F238E27FC236}">
                <a16:creationId xmlns:a16="http://schemas.microsoft.com/office/drawing/2014/main" id="{5E5435A7-64AF-AC0A-8573-A8E58ED476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Dikdörtgen 2">
              <a:extLst>
                <a:ext uri="{FF2B5EF4-FFF2-40B4-BE49-F238E27FC236}">
                  <a16:creationId xmlns:a16="http://schemas.microsoft.com/office/drawing/2014/main" id="{2C10761C-E0F4-E085-3F8E-8E3ECE66AB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DA9EC49C-9C4E-8ED8-82AA-C500040321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sz="800" i="1" dirty="0"/>
                <a:t>Bu dokümandaki tüm bilgiler gizli olup, tüm hakları Sade Yazılım ve Danışmanlık’a aittir. İzinsiz kopyalanamaz, paylaşılamaz ve üçüncü kişilerle paylaşılamaz</a:t>
              </a:r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6E74D23F-08C7-5F02-BE86-35994807DCC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2" name="Metin kutusu 1">
            <a:extLst>
              <a:ext uri="{FF2B5EF4-FFF2-40B4-BE49-F238E27FC236}">
                <a16:creationId xmlns:a16="http://schemas.microsoft.com/office/drawing/2014/main" id="{876975A5-BC03-42D3-97AF-E0998B651149}"/>
              </a:ext>
            </a:extLst>
          </p:cNvPr>
          <p:cNvSpPr txBox="1"/>
          <p:nvPr/>
        </p:nvSpPr>
        <p:spPr>
          <a:xfrm>
            <a:off x="163908" y="188735"/>
            <a:ext cx="3056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/>
                </a:solidFill>
              </a:rPr>
              <a:t>3- Kural Performans Raporu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08B7D6D-6D5A-DCF5-1F2C-4DF6CEADF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67" y="1024680"/>
            <a:ext cx="9114503" cy="3317446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B672DE91-9D0A-FD1A-98CA-526E68969594}"/>
              </a:ext>
            </a:extLst>
          </p:cNvPr>
          <p:cNvSpPr txBox="1"/>
          <p:nvPr/>
        </p:nvSpPr>
        <p:spPr>
          <a:xfrm>
            <a:off x="334297" y="4990175"/>
            <a:ext cx="42039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b="1" dirty="0"/>
              <a:t>Amaç:</a:t>
            </a:r>
            <a:br>
              <a:rPr lang="tr-TR" sz="1600" dirty="0"/>
            </a:br>
            <a:r>
              <a:rPr lang="tr-TR" sz="1600" dirty="0" err="1"/>
              <a:t>Fraud</a:t>
            </a:r>
            <a:r>
              <a:rPr lang="tr-TR" sz="1600" dirty="0"/>
              <a:t> sisteminde çalışan kuralların etkinliğini </a:t>
            </a:r>
          </a:p>
          <a:p>
            <a:r>
              <a:rPr lang="tr-TR" sz="1600" dirty="0"/>
              <a:t>değerlendirmek.</a:t>
            </a:r>
          </a:p>
          <a:p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FA63F22-23AD-88B0-DA5F-F7F89CCE2F65}"/>
              </a:ext>
            </a:extLst>
          </p:cNvPr>
          <p:cNvSpPr txBox="1"/>
          <p:nvPr/>
        </p:nvSpPr>
        <p:spPr>
          <a:xfrm>
            <a:off x="4991919" y="4869218"/>
            <a:ext cx="51844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/>
              <a:t>Ne sağlar?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Her bir kuralın ürettiği alarm sayısı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True </a:t>
            </a:r>
            <a:r>
              <a:rPr lang="tr-TR" sz="1600" dirty="0" err="1"/>
              <a:t>Positive</a:t>
            </a:r>
            <a:r>
              <a:rPr lang="tr-TR" sz="1600" dirty="0"/>
              <a:t> / </a:t>
            </a:r>
            <a:r>
              <a:rPr lang="tr-TR" sz="1600" dirty="0" err="1"/>
              <a:t>False</a:t>
            </a:r>
            <a:r>
              <a:rPr lang="tr-TR" sz="1600" dirty="0"/>
              <a:t> </a:t>
            </a:r>
            <a:r>
              <a:rPr lang="tr-TR" sz="1600" dirty="0" err="1"/>
              <a:t>Positive</a:t>
            </a:r>
            <a:r>
              <a:rPr lang="tr-TR" sz="1600" dirty="0"/>
              <a:t> oranları için </a:t>
            </a:r>
            <a:r>
              <a:rPr lang="tr-TR" sz="1600" dirty="0" err="1"/>
              <a:t>insight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Üretken olmayan kuralların tespiti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Kuralın iş yüküne etkisi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4157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38E6-CF6F-7987-659B-90CBBDC1D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D9FFABEC-1803-A3A7-0D21-81A5E4FE0D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18545"/>
          </a:xfrm>
          <a:prstGeom prst="rect">
            <a:avLst/>
          </a:prstGeom>
          <a:solidFill>
            <a:srgbClr val="02214A"/>
          </a:solidFill>
          <a:ln>
            <a:solidFill>
              <a:srgbClr val="022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270BF14-8A24-0E9F-1732-75BAC7013A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54289"/>
            <a:ext cx="12192000" cy="503711"/>
          </a:xfrm>
          <a:prstGeom prst="rect">
            <a:avLst/>
          </a:prstGeom>
          <a:solidFill>
            <a:srgbClr val="02214A"/>
          </a:solidFill>
          <a:ln>
            <a:solidFill>
              <a:srgbClr val="022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800" i="1" dirty="0"/>
              <a:t>Bu dokümandaki tüm bilgiler gizli olup, tüm hakları Sade Yazılım ve Danışmanlık’a aittir. İzinsiz kopyalanamaz, paylaşılamaz ve üçüncü kişilerle paylaşılamaz</a:t>
            </a:r>
          </a:p>
        </p:txBody>
      </p:sp>
      <p:pic>
        <p:nvPicPr>
          <p:cNvPr id="13" name="Resim 12" descr="yazı tipi, grafik, logo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3F107B03-9D8D-F3BB-2C8F-314BA2107D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785" y="6354289"/>
            <a:ext cx="804670" cy="502919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9FA98027-640F-2649-44CD-1FEAE3C4B626}"/>
              </a:ext>
            </a:extLst>
          </p:cNvPr>
          <p:cNvSpPr txBox="1"/>
          <p:nvPr/>
        </p:nvSpPr>
        <p:spPr>
          <a:xfrm>
            <a:off x="179682" y="197779"/>
            <a:ext cx="2583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/>
                </a:solidFill>
              </a:rPr>
              <a:t>4- Kullanıcı Bazlı Rapor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45DACD52-68C9-C839-BBF4-ED3FF17F8D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1021104"/>
            <a:ext cx="10801149" cy="3202236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223548AA-4071-09DE-8775-854C0EA55E4C}"/>
              </a:ext>
            </a:extLst>
          </p:cNvPr>
          <p:cNvSpPr txBox="1"/>
          <p:nvPr/>
        </p:nvSpPr>
        <p:spPr>
          <a:xfrm>
            <a:off x="304799" y="4975122"/>
            <a:ext cx="551009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b="1" dirty="0"/>
              <a:t>Amaç:</a:t>
            </a:r>
            <a:br>
              <a:rPr lang="tr-TR" sz="1600" dirty="0"/>
            </a:br>
            <a:r>
              <a:rPr lang="tr-TR" sz="1600" dirty="0" err="1"/>
              <a:t>Fraud</a:t>
            </a:r>
            <a:r>
              <a:rPr lang="tr-TR" sz="1600" dirty="0"/>
              <a:t> analistlerinin aylık operasyonel performansını görmek.</a:t>
            </a:r>
          </a:p>
          <a:p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EF76ACAD-42D4-E78C-1000-30CA44A7FC32}"/>
              </a:ext>
            </a:extLst>
          </p:cNvPr>
          <p:cNvSpPr txBox="1"/>
          <p:nvPr/>
        </p:nvSpPr>
        <p:spPr>
          <a:xfrm>
            <a:off x="6528620" y="4374196"/>
            <a:ext cx="3930307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Ne sağlar?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Analist bazlı incelenen alarm sayıları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Kullanıcı bazlı iş hacmi takibi</a:t>
            </a:r>
            <a:endParaRPr lang="tr-TR" altLang="tr-T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tr-TR" altLang="tr-TR" sz="1600" dirty="0"/>
              <a:t>Analist bazlı geliştirme alanlarını görme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tr-TR" altLang="tr-TR" sz="1600" dirty="0"/>
              <a:t>Performans değerlendirme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tr-TR" altLang="tr-TR" dirty="0">
              <a:latin typeface="Arial" panose="020B0604020202020204" pitchFamily="34" charset="0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7056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6C976-1DF0-A0E5-E2CE-B814C470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660F54DA-1CC0-7F75-31D0-E42C34770A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18545"/>
          </a:xfrm>
          <a:prstGeom prst="rect">
            <a:avLst/>
          </a:prstGeom>
          <a:solidFill>
            <a:srgbClr val="02214A"/>
          </a:solidFill>
          <a:ln>
            <a:solidFill>
              <a:srgbClr val="022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8E5B1997-C4C5-5D74-B3D2-9746098F11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54289"/>
            <a:ext cx="12192000" cy="503711"/>
          </a:xfrm>
          <a:prstGeom prst="rect">
            <a:avLst/>
          </a:prstGeom>
          <a:solidFill>
            <a:srgbClr val="02214A"/>
          </a:solidFill>
          <a:ln>
            <a:solidFill>
              <a:srgbClr val="022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800" i="1" dirty="0"/>
              <a:t>Bu dokümandaki tüm bilgiler gizli olup, tüm hakları Sade Yazılım ve Danışmanlık’a aittir. İzinsiz kopyalanamaz, paylaşılamaz ve üçüncü kişilerle paylaşılamaz</a:t>
            </a:r>
          </a:p>
        </p:txBody>
      </p:sp>
      <p:pic>
        <p:nvPicPr>
          <p:cNvPr id="13" name="Resim 12" descr="yazı tipi, grafik, logo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EFCCF27-316D-CCBC-B15A-0841706BF21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785" y="6354289"/>
            <a:ext cx="804670" cy="502919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0067FFBD-8FA5-66C7-E5AE-2ADDAD20F51D}"/>
              </a:ext>
            </a:extLst>
          </p:cNvPr>
          <p:cNvSpPr txBox="1"/>
          <p:nvPr/>
        </p:nvSpPr>
        <p:spPr>
          <a:xfrm>
            <a:off x="78658" y="124606"/>
            <a:ext cx="261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/>
                </a:solidFill>
              </a:rPr>
              <a:t>5- Kullanıcı SLA Raporu</a:t>
            </a:r>
          </a:p>
        </p:txBody>
      </p:sp>
      <p:pic>
        <p:nvPicPr>
          <p:cNvPr id="4" name="Resim 3" descr="metin, çizgi, öykü gelişim çizgisi; kumpas; grafiğini çıkarma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06C1A1-AB9D-DD5B-B421-8FDF3AA52D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1362391"/>
            <a:ext cx="7521677" cy="2642209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7C339176-6215-B0A4-EC4D-1EED006178E3}"/>
              </a:ext>
            </a:extLst>
          </p:cNvPr>
          <p:cNvSpPr txBox="1"/>
          <p:nvPr/>
        </p:nvSpPr>
        <p:spPr>
          <a:xfrm>
            <a:off x="7797953" y="1665498"/>
            <a:ext cx="4475136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b="1" dirty="0"/>
              <a:t>Amaç:</a:t>
            </a:r>
            <a:br>
              <a:rPr lang="tr-TR" sz="1600" dirty="0"/>
            </a:br>
            <a:r>
              <a:rPr lang="tr-TR" sz="1600" dirty="0"/>
              <a:t>Alarmları inceleyen operasyon ekibinin ortalama </a:t>
            </a:r>
          </a:p>
          <a:p>
            <a:r>
              <a:rPr lang="tr-TR" sz="1600" dirty="0"/>
              <a:t>ve toplam SLA süresini ölçmek. </a:t>
            </a:r>
          </a:p>
          <a:p>
            <a:endParaRPr lang="tr-TR" sz="1600" dirty="0"/>
          </a:p>
          <a:p>
            <a:r>
              <a:rPr lang="tr-TR" sz="1600" b="1" dirty="0"/>
              <a:t>Ne sağlar?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Kullanıcı bazlı toplam incelenen alarm sayısı,</a:t>
            </a:r>
          </a:p>
          <a:p>
            <a:r>
              <a:rPr lang="tr-TR" sz="1600" dirty="0"/>
              <a:t>Kullanıcının toplam SLA ve ortalama SLA süresi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Ortalama alarm kapanma süresi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Analist bazlı SLA karşılaştırmaları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İş akışındaki gecikmelerin tespiti</a:t>
            </a:r>
          </a:p>
          <a:p>
            <a:endParaRPr lang="tr-TR" dirty="0"/>
          </a:p>
        </p:txBody>
      </p:sp>
      <p:pic>
        <p:nvPicPr>
          <p:cNvPr id="7" name="Resim 6" descr="metin, çizgi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85B4557-D39E-D5A6-CDF2-05E6F0E075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8" y="3712079"/>
            <a:ext cx="7638476" cy="22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6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CD71-9D1E-BE2B-4BDB-88E631BD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6ACC4298-1360-3268-1C5E-7641BF30C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18545"/>
          </a:xfrm>
          <a:prstGeom prst="rect">
            <a:avLst/>
          </a:prstGeom>
          <a:solidFill>
            <a:srgbClr val="02214A"/>
          </a:solidFill>
          <a:ln>
            <a:solidFill>
              <a:srgbClr val="022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14CB3CD6-579A-3E57-6ABD-148273FBE8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54289"/>
            <a:ext cx="12192000" cy="503711"/>
          </a:xfrm>
          <a:prstGeom prst="rect">
            <a:avLst/>
          </a:prstGeom>
          <a:solidFill>
            <a:srgbClr val="02214A"/>
          </a:solidFill>
          <a:ln>
            <a:solidFill>
              <a:srgbClr val="022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800" i="1" dirty="0"/>
              <a:t>Bu dokümandaki tüm bilgiler gizli olup, tüm hakları Sade Yazılım ve Danışmanlık’a aittir. İzinsiz kopyalanamaz, paylaşılamaz ve üçüncü kişilerle paylaşılamaz</a:t>
            </a:r>
          </a:p>
        </p:txBody>
      </p:sp>
      <p:pic>
        <p:nvPicPr>
          <p:cNvPr id="13" name="Resim 12" descr="yazı tipi, grafik, logo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3D45964B-47CE-9FC1-6CC4-7A5E75159FF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785" y="6354289"/>
            <a:ext cx="804670" cy="502919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9FB711E2-B4BA-061B-151F-2598B338E084}"/>
              </a:ext>
            </a:extLst>
          </p:cNvPr>
          <p:cNvSpPr txBox="1"/>
          <p:nvPr/>
        </p:nvSpPr>
        <p:spPr>
          <a:xfrm>
            <a:off x="1023528" y="2071314"/>
            <a:ext cx="8346837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600" dirty="0" err="1"/>
              <a:t>Fraud</a:t>
            </a:r>
            <a:r>
              <a:rPr lang="tr-TR" sz="1600" dirty="0"/>
              <a:t> yükü kontrol altına alınır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600" dirty="0"/>
              <a:t>Kural motoru optimizasyonu için gerekli içgörü kolayca alınabilir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600" dirty="0"/>
              <a:t>Kanal bazlı riskler erken görünür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600" dirty="0"/>
              <a:t>Analist performansı yönetilir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600" dirty="0"/>
              <a:t>SLA uyumu ve ölçeklenebilirliği sağlanır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600" dirty="0"/>
              <a:t>Raporlamalar otomatize edilerek proje genelinde operasyonel verimliliğin artmasını sağlar</a:t>
            </a:r>
          </a:p>
          <a:p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E5EE104-84C2-AE32-4848-2CCFCA3152CD}"/>
              </a:ext>
            </a:extLst>
          </p:cNvPr>
          <p:cNvSpPr txBox="1"/>
          <p:nvPr/>
        </p:nvSpPr>
        <p:spPr>
          <a:xfrm>
            <a:off x="737419" y="1081548"/>
            <a:ext cx="3007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Raporların Genel Katkısı</a:t>
            </a:r>
          </a:p>
        </p:txBody>
      </p:sp>
    </p:spTree>
    <p:extLst>
      <p:ext uri="{BB962C8B-B14F-4D97-AF65-F5344CB8AC3E}">
        <p14:creationId xmlns:p14="http://schemas.microsoft.com/office/powerpoint/2010/main" val="203845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e8e106-977e-4d13-8a6a-06eaf8217de2" xsi:nil="true"/>
    <lcf76f155ced4ddcb4097134ff3c332f xmlns="bdc96e2e-91a9-4b54-a1fa-89287d13e175">
      <Terms xmlns="http://schemas.microsoft.com/office/infopath/2007/PartnerControls"/>
    </lcf76f155ced4ddcb4097134ff3c332f>
    <Lastmodified xmlns="bdc96e2e-91a9-4b54-a1fa-89287d13e17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EC3B070530D8654BAD404EFFEE673E2D" ma:contentTypeVersion="17" ma:contentTypeDescription="Yeni belge oluşturun." ma:contentTypeScope="" ma:versionID="6bba63b4f86e89e8e1558fca5db262b1">
  <xsd:schema xmlns:xsd="http://www.w3.org/2001/XMLSchema" xmlns:xs="http://www.w3.org/2001/XMLSchema" xmlns:p="http://schemas.microsoft.com/office/2006/metadata/properties" xmlns:ns2="80e8e106-977e-4d13-8a6a-06eaf8217de2" xmlns:ns3="bdc96e2e-91a9-4b54-a1fa-89287d13e175" targetNamespace="http://schemas.microsoft.com/office/2006/metadata/properties" ma:root="true" ma:fieldsID="c65e669cda44ab8b0fe528bcf23bd204" ns2:_="" ns3:_="">
    <xsd:import namespace="80e8e106-977e-4d13-8a6a-06eaf8217de2"/>
    <xsd:import namespace="bdc96e2e-91a9-4b54-a1fa-89287d13e17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astmodified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e8e106-977e-4d13-8a6a-06eaf8217de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cba52e19-97fd-42ef-8beb-a4f1d67c7624}" ma:internalName="TaxCatchAll" ma:showField="CatchAllData" ma:web="80e8e106-977e-4d13-8a6a-06eaf8217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96e2e-91a9-4b54-a1fa-89287d13e1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astmodified" ma:index="12" nillable="true" ma:displayName="Last modified" ma:description="Last modification date and time" ma:format="DateOnly" ma:internalName="Lastmodified">
      <xsd:simpleType>
        <xsd:restriction base="dms:DateTim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Resim Etiketleri" ma:readOnly="false" ma:fieldId="{5cf76f15-5ced-4ddc-b409-7134ff3c332f}" ma:taxonomyMulti="true" ma:sspId="c488beab-130e-4dac-baf8-54cc306cf6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B62734-DFE5-480B-926F-3B24DA0051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B0C93A-889C-472A-87AB-A793C4FE78E2}">
  <ds:schemaRefs>
    <ds:schemaRef ds:uri="http://schemas.microsoft.com/office/2006/metadata/properties"/>
    <ds:schemaRef ds:uri="http://schemas.microsoft.com/office/infopath/2007/PartnerControls"/>
    <ds:schemaRef ds:uri="80e8e106-977e-4d13-8a6a-06eaf8217de2"/>
    <ds:schemaRef ds:uri="bdc96e2e-91a9-4b54-a1fa-89287d13e175"/>
  </ds:schemaRefs>
</ds:datastoreItem>
</file>

<file path=customXml/itemProps3.xml><?xml version="1.0" encoding="utf-8"?>
<ds:datastoreItem xmlns:ds="http://schemas.openxmlformats.org/officeDocument/2006/customXml" ds:itemID="{E234AE79-8A9B-412A-8D18-7195DC2CE18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6632</TotalTime>
  <Words>415</Words>
  <Application>Microsoft Office PowerPoint</Application>
  <PresentationFormat>Geniş ekran</PresentationFormat>
  <Paragraphs>66</Paragraphs>
  <Slides>7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Gülsüm Göcen</dc:creator>
  <cp:lastModifiedBy>Ebru Maytalman</cp:lastModifiedBy>
  <cp:revision>239</cp:revision>
  <dcterms:created xsi:type="dcterms:W3CDTF">2025-02-25T08:18:01Z</dcterms:created>
  <dcterms:modified xsi:type="dcterms:W3CDTF">2025-12-12T10:47:27Z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0x010100EC3B070530D8654BAD404EFFEE673E2D</vt:lpwstr>
  </property>
  <property fmtid="{D5CDD505-2E9C-101B-9397-08002B2CF9AE}" pid="3" name="MediaServiceImageTags">
    <vt:lpwstr/>
  </property>
</Properties>
</file>